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EA186F-D59A-4B77-89D9-4614A038E7D1}">
  <a:tblStyle styleId="{73EA186F-D59A-4B77-89D9-4614A038E7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f8337c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f8337c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f8337c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f8337c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f8337cf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f8337cf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f8337cf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f8337cf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df8337cf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df8337c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63725"/>
            <a:ext cx="8520600" cy="85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Мобильный </a:t>
            </a:r>
            <a:r>
              <a:rPr b="1" lang="ru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блогинг</a:t>
            </a:r>
            <a:endParaRPr b="1" sz="2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Приложение для </a:t>
            </a:r>
            <a:r>
              <a:rPr b="1" i="1" lang="ru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съемки</a:t>
            </a:r>
            <a:r>
              <a:rPr b="1" i="1" lang="ru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и просмотра видео</a:t>
            </a:r>
            <a:endParaRPr b="1" i="1" sz="2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7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298"/>
              <a:buFont typeface="Arial"/>
              <a:buNone/>
            </a:pPr>
            <a:r>
              <a:rPr b="1" lang="ru" sz="2872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Схема работы приложения</a:t>
            </a:r>
            <a:endParaRPr b="1" sz="2872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→ регистрация/вход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 первом входе выбор роли 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Блогер → камера → запись видео → сохранение в Firestore и локальное хранилище.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Зритель → лента видео → просмотр → лайки/комментарии.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Профиль → редактирование имени, смена роли, выход.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94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b="1" lang="ru" sz="28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Технологии и инструменты</a:t>
            </a:r>
            <a:endParaRPr b="1" sz="285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Язык/Dart: Flutter (фреймворк).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Среда разработки: Android Studio + VS Code.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База данных: Cloud Firestore (Firebase).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Аутентификация: Firebase Auth (Email/Password).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Камера: пакет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camera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Видеоплеер: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video_player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Работа с файлами: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path_provider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Сборка APK: Flutter CLI + Gradle (flavors для двух приложений).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Дополнительно: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firebase_core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cloud_firestore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firebase_auth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81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b="1" lang="ru" sz="28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Основные экраны и функции</a:t>
            </a:r>
            <a:endParaRPr b="1" sz="285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27650" y="108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{73EA186F-D59A-4B77-89D9-4614A038E7D1}</a:tableStyleId>
              </a:tblPr>
              <a:tblGrid>
                <a:gridCol w="2496850"/>
                <a:gridCol w="5738400"/>
              </a:tblGrid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Экран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Функции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Авторизация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Вход/регистрация по email и паролю.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Выбор роли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Блогер / Зритель (сохранение в Firestore).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Камера (Блогер)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Запись видео, сохранение локально + Firestore (метаданные).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Лента (Зритель)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Список всех видео с возможностью просмотра.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Плеер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Лайки, комментарии, просмотр видео.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Профиль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Имя, почта, смена роли, выход.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502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b="1" lang="ru" sz="28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Итоги и результаты</a:t>
            </a:r>
            <a:endParaRPr b="1" sz="285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Вывод: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ходе работы было разработано мобильное приложение для мобильного блогинга, которое решает задачу разделения функций между двумя типами пользователей: блогером (создание и публикация видео) и зрителем (просмотр, оценка и комментирование).</a:t>
            </a:r>
            <a:r>
              <a:rPr lang="ru" sz="2000">
                <a:solidFill>
                  <a:schemeClr val="dk1"/>
                </a:solidFill>
              </a:rPr>
              <a:t>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 :)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c5ea34f2a99bfdebf13988b59753322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52475"/>
            <a:ext cx="3192814" cy="399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 title="42b0baaa6f65321fd3c8bbefccb9081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25" y="2476325"/>
            <a:ext cx="2667176" cy="266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