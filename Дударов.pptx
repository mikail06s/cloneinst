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Mono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3EA186F-D59A-4B77-89D9-4614A038E7D1}">
  <a:tblStyle styleId="{73EA186F-D59A-4B77-89D9-4614A038E7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f8337cf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df8337cf3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df8337cf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df8337cf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df8337cf3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df8337cf3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df8337cf3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df8337cf3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df8337cf3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df8337cf3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4981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663725"/>
            <a:ext cx="8520600" cy="85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600" b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Мобильный блогинг</a:t>
            </a:r>
            <a:endParaRPr sz="2600" b="1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600" b="1" i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Приложение для съемки и просмотра видео</a:t>
            </a:r>
            <a:endParaRPr sz="2600" b="1" i="1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3725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38298"/>
              <a:buFont typeface="Arial"/>
              <a:buNone/>
            </a:pPr>
            <a:r>
              <a:rPr lang="ru" sz="2872" b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Схема работы приложения</a:t>
            </a:r>
            <a:endParaRPr sz="2872" b="1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Пользователь → регистрация/вход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При первом входе выбор роли 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Блогер → камера → запись видео → сохранение в Firestore и локальное хранилище.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Зритель → лента видео → просмотр → лайки/комментарии.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2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Профиль → редактирование имени, смена роли, выход.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394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38596"/>
              <a:buFont typeface="Arial"/>
              <a:buNone/>
            </a:pPr>
            <a:r>
              <a:rPr lang="ru" sz="2850" b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Технологии и инструменты</a:t>
            </a:r>
            <a:endParaRPr sz="2850" b="1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46075" algn="l" rtl="0"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Язык/Dart: Flutter (фреймворк).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46075" algn="l" rtl="0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Среда разработки: Android Studio + VS Code.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46075" algn="l" rtl="0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База данных: Cloud Firestore (Firebase).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46075" algn="l" rtl="0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Аутентификация: Firebase Auth (Email/Password).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46075" algn="l" rtl="0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Камера: пакет </a:t>
            </a:r>
            <a:r>
              <a:rPr lang="ru" sz="200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camera</a:t>
            </a: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46075" algn="l" rtl="0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Видеоплеер: </a:t>
            </a:r>
            <a:r>
              <a:rPr lang="ru" sz="200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video_player</a:t>
            </a: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46075" algn="l" rtl="0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Работа с файлами: </a:t>
            </a:r>
            <a:r>
              <a:rPr lang="ru" sz="200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path_provider</a:t>
            </a: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46075" algn="l" rtl="0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Сборка APK: Flutter CLI + Gradle (flavors для двух приложений).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46075" algn="l" rtl="0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Дополнительно: </a:t>
            </a:r>
            <a:r>
              <a:rPr lang="ru" sz="200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firebase_core</a:t>
            </a: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200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cloud_firestore</a:t>
            </a: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2000">
                <a:solidFill>
                  <a:srgbClr val="0F1115"/>
                </a:solidFill>
                <a:highlight>
                  <a:srgbClr val="EBEEF2"/>
                </a:highlight>
                <a:latin typeface="Roboto Mono"/>
                <a:ea typeface="Roboto Mono"/>
                <a:cs typeface="Roboto Mono"/>
                <a:sym typeface="Roboto Mono"/>
              </a:rPr>
              <a:t>firebase_auth</a:t>
            </a: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81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38596"/>
              <a:buFont typeface="Arial"/>
              <a:buNone/>
            </a:pPr>
            <a:r>
              <a:rPr lang="ru" sz="2850" b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Основные экраны и функции</a:t>
            </a:r>
            <a:endParaRPr sz="2850" b="1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74" name="Google Shape;74;p16"/>
          <p:cNvGraphicFramePr/>
          <p:nvPr/>
        </p:nvGraphicFramePr>
        <p:xfrm>
          <a:off x="427650" y="1085250"/>
          <a:ext cx="8235250" cy="3447315"/>
        </p:xfrm>
        <a:graphic>
          <a:graphicData uri="http://schemas.openxmlformats.org/drawingml/2006/table">
            <a:tbl>
              <a:tblPr>
                <a:noFill/>
                <a:tableStyleId>{73EA186F-D59A-4B77-89D9-4614A038E7D1}</a:tableStyleId>
              </a:tblPr>
              <a:tblGrid>
                <a:gridCol w="249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Экран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152400" marT="95250" marB="95250"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Функции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52400" marR="152400" marT="95250" marB="95250"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Авторизация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152400" marT="95250" marB="95250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Вход/регистрация по email и паролю.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52400" marR="91425" marT="95250" marB="95250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Выбор роли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152400" marT="95250" marB="95250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Блогер / Зритель (сохранение в Firestore).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52400" marR="91425" marT="95250" marB="95250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Камера (Блогер)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152400" marT="95250" marB="95250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Запись видео, сохранение локально + Firestore (метаданные).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52400" marR="91425" marT="95250" marB="95250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Лента (Зритель)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152400" marT="95250" marB="95250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Список всех видео с возможностью просмотра.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52400" marR="91425" marT="95250" marB="95250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Плеер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152400" marT="95250" marB="95250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Лайки, комментарии, просмотр видео.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52400" marR="91425" marT="95250" marB="95250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Профиль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152400" marT="95250" marB="95250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Имя, почта, смена роли, выход.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52400" marR="91425" marT="95250" marB="95250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5029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38596"/>
              <a:buFont typeface="Arial"/>
              <a:buNone/>
            </a:pPr>
            <a:r>
              <a:rPr lang="ru" sz="2850" b="1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Итоги и результаты</a:t>
            </a:r>
            <a:endParaRPr sz="2850" b="1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Вывод:</a:t>
            </a:r>
            <a:endParaRPr sz="2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0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 ходе работы было разработано мобильное приложение для мобильного блогинга, которое решает задачу разделения функций между двумя типами пользователей: блогером (создание и публикация видео) и зрителем (просмотр, оценка и комментирование).</a:t>
            </a:r>
            <a:r>
              <a:rPr lang="ru" sz="2000">
                <a:solidFill>
                  <a:schemeClr val="dk1"/>
                </a:solidFill>
              </a:rPr>
              <a:t> 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4D841-C501-4E98-9033-87C48271D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840A46-6195-4F02-B23B-F55918F45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1758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Спасибо за </a:t>
            </a:r>
            <a:r>
              <a:rPr lang="ru"/>
              <a:t>внимание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8190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E24066-6A97-499B-B707-DAB8A131D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GITHUB: https://github.com/Mikail06s/cloneINST</a:t>
            </a:r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1276B2-4C57-4070-838C-9D7775792A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15CF580-75F8-4784-936D-BE8E7BBFD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766" y="1388441"/>
            <a:ext cx="2944467" cy="294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76566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</Words>
  <Application>Microsoft Office PowerPoint</Application>
  <PresentationFormat>Экран (16:9)</PresentationFormat>
  <Paragraphs>38</Paragraphs>
  <Slides>8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Roboto</vt:lpstr>
      <vt:lpstr>Roboto Mono</vt:lpstr>
      <vt:lpstr>Arial</vt:lpstr>
      <vt:lpstr>Simple Light</vt:lpstr>
      <vt:lpstr>Мобильный блогинг Приложение для съемки и просмотра видео </vt:lpstr>
      <vt:lpstr>Схема работы приложения </vt:lpstr>
      <vt:lpstr>Технологии и инструменты </vt:lpstr>
      <vt:lpstr>Основные экраны и функции </vt:lpstr>
      <vt:lpstr>Итоги и результаты </vt:lpstr>
      <vt:lpstr>Презентация PowerPoint</vt:lpstr>
      <vt:lpstr>Спасибо за внимание </vt:lpstr>
      <vt:lpstr>GITHUB: https://github.com/Mikail06s/cloneINST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Мобильный блогинг Приложение для съемки и просмотра видео</dc:title>
  <dc:creator>STUD-WS-003</dc:creator>
  <cp:lastModifiedBy>STUD-WS-003</cp:lastModifiedBy>
  <cp:revision>2</cp:revision>
  <dcterms:modified xsi:type="dcterms:W3CDTF">2026-06-20T08:06:50Z</dcterms:modified>
</cp:coreProperties>
</file>